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8D6E4E-760E-C2C9-538D-4A30F42ED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3DACE31-FC44-EB57-7EF3-059D50AC7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286F0A-AF86-671A-250B-904D3BBB6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D3A884-8382-7DBC-1E4E-BA399DEAA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4C6DAD-79FB-B6EB-3482-79D764CD2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720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B9ECDC-FBD7-E78D-A004-B4D3B482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CAC0AB-C171-CA52-3F7B-723ECA149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BE012A-43CF-BAC1-7E42-AFD334210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309A7F-76AE-3868-6972-9FF2400B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C6A2B1-870F-8555-7E8E-E11919679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19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0B78DF-CE6F-AC01-5138-598C9E8A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825A76-179F-F000-C3E5-D8C777E90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59CE27-EB3A-FE97-29E2-5D0D8682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54430B-48BC-0E36-EF92-9C1683C70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229B03-B2C6-B2EF-491E-B21D4755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083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ABF3D6-9977-5482-A947-61DF427D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05AA44-2FFE-7738-4508-8AAC3F250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FB8CA5-0450-4D8F-3A85-D1CAA66A4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EFF958-62A6-06FA-A454-E529BC0F7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37501F-DA84-636A-11CA-3238217E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2B2D14-47F5-0EE3-86A6-3D42D12D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8346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F1A31A-5480-D333-B748-313504C95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EE4B87-29C1-EF64-D0EC-521594926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D7FD4C-E568-C69F-F245-110787A76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41CF94C-27F4-D909-1EEA-5D205F482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B72D0F5-98CC-5E9F-09B5-07D2430C0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0CB7EC2-95FE-BB6C-0F9B-5EADB2B7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4168ADF-C9CF-8152-DF8C-5DF595CA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20B5BD0-2C66-9DF9-1362-9E65FCC1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5310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CC254E-F2DC-A5FE-C942-09D81F35A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BAFE47-8AEE-5CF8-2F23-0052CF65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57E504-A6B0-257D-4F20-9D573E33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210EBB-394A-5805-3852-FFD3A49F7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249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D92E4F2-30F4-ECEB-1B72-E61E7DCC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498F4D-FD6B-25AC-9F68-F153EE755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D5D796-9DED-18DA-FDE9-9B44EC1C0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53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81A14-D9B0-3520-CAF8-1E69BE68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8F15EF-6259-19BE-6AA9-079B9C2A9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DBE17D-FC84-1CB5-B70B-4A8E5FB12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B76846-0668-19EE-63D4-EA8A5ECA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089A01-6A6D-957E-327A-C1CC58658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7A1A3B-43A1-F7E7-D437-0F1C749D9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923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F162CC-E4D3-2F49-B87D-97D38D32C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3D79FCF-5FAD-D301-43AD-6AE629A19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A31B895-399B-471F-CD8D-2E222A4E2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ED9A29-BDAA-0B61-9D74-ACE84192B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1F7EE2D-8085-6CF6-AB29-D3A1BB82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78DC34-BA04-79B1-FF2C-FC7CF9AC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4702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08CA1-1D39-B9CD-80DA-951C34021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93AE6E8-FCD2-63C1-AA9F-157C7D34F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921823-249F-D4FA-0354-A437C718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9DEACA-B1D5-F04F-0FFF-C4704864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3778B1-33E9-9E90-15E1-2FEB5D52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42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6C317CE-5EDE-59CA-EB0A-4400B50EB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620354-E375-8CF0-0F43-F8B61AFCA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C9E1EE-2793-9865-208A-93BB29468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3746B0-FC99-7C9D-C3BA-49A75A432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6D032F-4877-516D-116A-BD577EB6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32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A4E376-7E8F-031B-4E92-23030903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EAF703-8503-7B0B-BB2C-4C0CA70D7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FA96AE-9FEA-A647-9EEF-230479AA6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9C8717-1E16-D548-8CC6-42E71C67508D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335C01-90A9-9D30-275D-360F95748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5872A7-4AB8-9DDA-2E6C-849CDA07D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44A34-A4A9-7C4C-96C7-2B728FD9A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444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A7373CCD-3565-2021-DE1A-7D91A462F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000" y="173024"/>
            <a:ext cx="5183396" cy="1747773"/>
          </a:xfrm>
          <a:prstGeom prst="rect">
            <a:avLst/>
          </a:prstGeom>
        </p:spPr>
      </p:pic>
      <p:pic>
        <p:nvPicPr>
          <p:cNvPr id="9" name="Grafik 8" descr="Ein Bild, das Text, Schrift, weiß enthält.&#10;&#10;KI-generierte Inhalte können fehlerhaft sein.">
            <a:extLst>
              <a:ext uri="{FF2B5EF4-FFF2-40B4-BE49-F238E27FC236}">
                <a16:creationId xmlns:a16="http://schemas.microsoft.com/office/drawing/2014/main" id="{A0A9A2CA-3C4B-953B-8756-4D108DDB12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24"/>
          <a:stretch>
            <a:fillRect/>
          </a:stretch>
        </p:blipFill>
        <p:spPr>
          <a:xfrm>
            <a:off x="6404166" y="2922230"/>
            <a:ext cx="5175230" cy="101353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F408B53-6BC6-9558-3E07-5EBC3D07C3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41"/>
          <a:stretch>
            <a:fillRect/>
          </a:stretch>
        </p:blipFill>
        <p:spPr>
          <a:xfrm>
            <a:off x="812460" y="5584688"/>
            <a:ext cx="4149873" cy="941870"/>
          </a:xfrm>
          <a:prstGeom prst="rect">
            <a:avLst/>
          </a:prstGeom>
        </p:spPr>
      </p:pic>
      <p:pic>
        <p:nvPicPr>
          <p:cNvPr id="13" name="Grafik 12" descr="Ein Bild, das Text, Schrift, weiß, Schwarzweiß enthält.&#10;&#10;KI-generierte Inhalte können fehlerhaft sein.">
            <a:extLst>
              <a:ext uri="{FF2B5EF4-FFF2-40B4-BE49-F238E27FC236}">
                <a16:creationId xmlns:a16="http://schemas.microsoft.com/office/drawing/2014/main" id="{1B344375-95C5-DC78-81CB-30FBF3AEBC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53"/>
          <a:stretch>
            <a:fillRect/>
          </a:stretch>
        </p:blipFill>
        <p:spPr>
          <a:xfrm>
            <a:off x="316340" y="3990743"/>
            <a:ext cx="4763767" cy="1117601"/>
          </a:xfrm>
          <a:prstGeom prst="rect">
            <a:avLst/>
          </a:prstGeom>
        </p:spPr>
      </p:pic>
      <p:pic>
        <p:nvPicPr>
          <p:cNvPr id="15" name="Grafik 14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1A5B85C1-48DD-2945-4297-CB3AECF995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67376" y="5406233"/>
            <a:ext cx="4040643" cy="1298779"/>
          </a:xfrm>
          <a:prstGeom prst="rect">
            <a:avLst/>
          </a:prstGeom>
        </p:spPr>
      </p:pic>
      <p:pic>
        <p:nvPicPr>
          <p:cNvPr id="17" name="Grafik 16" descr="Ein Bild, das Schrift, Text, weiß, Grafiken enthält.&#10;&#10;KI-generierte Inhalte können fehlerhaft sein.">
            <a:extLst>
              <a:ext uri="{FF2B5EF4-FFF2-40B4-BE49-F238E27FC236}">
                <a16:creationId xmlns:a16="http://schemas.microsoft.com/office/drawing/2014/main" id="{181DCE97-8AC4-40CC-68C9-40846E8527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1895" y="4156651"/>
            <a:ext cx="3683000" cy="1028700"/>
          </a:xfrm>
          <a:prstGeom prst="rect">
            <a:avLst/>
          </a:prstGeom>
        </p:spPr>
      </p:pic>
      <p:pic>
        <p:nvPicPr>
          <p:cNvPr id="19" name="Grafik 18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38D8EF2B-5D92-E243-D94D-94F8BC9503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645" y="2163184"/>
            <a:ext cx="5147158" cy="16517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E7550E72-F9CB-F375-49A7-593A07F2D8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438" y="71320"/>
            <a:ext cx="4985365" cy="187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83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Stier</dc:creator>
  <cp:lastModifiedBy>Sebastian Stier</cp:lastModifiedBy>
  <cp:revision>3</cp:revision>
  <dcterms:created xsi:type="dcterms:W3CDTF">2025-09-09T13:37:24Z</dcterms:created>
  <dcterms:modified xsi:type="dcterms:W3CDTF">2025-09-09T20:38:11Z</dcterms:modified>
</cp:coreProperties>
</file>