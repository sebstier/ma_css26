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>
      <p:cViewPr varScale="1">
        <p:scale>
          <a:sx n="116" d="100"/>
          <a:sy n="116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4B57A4-57D7-C097-E74A-3CCD0E34C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7A6E174-D6AF-2F0D-0095-22AD6CE70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6E95FC-38C7-B6B1-29DB-59B8C5F4D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B0B7F-E601-6A47-90C1-1EFD6249FBF2}" type="datetimeFigureOut">
              <a:rPr lang="de-DE" smtClean="0"/>
              <a:t>30.04.25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53A0DF-AC0E-EFA8-AB0E-72BFF0D3B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B7D3E7-EEAE-4B84-672E-453F28A1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9B58-65E5-564C-8CD9-D14E001E1F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3815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06165C-BA9A-9F40-9307-84B209622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77BBCF-A91E-3304-4B23-C342295BF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ACEC0C-2750-2ED7-11BF-524036943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B0B7F-E601-6A47-90C1-1EFD6249FBF2}" type="datetimeFigureOut">
              <a:rPr lang="de-DE" smtClean="0"/>
              <a:t>30.04.25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E4ADFF8-97EE-6F91-157C-AF078B3DA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138AB1-EC9A-D1E9-0C3F-75563711C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9B58-65E5-564C-8CD9-D14E001E1F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363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8911C7-8313-2B3E-5D71-1929484F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45FDA98-266B-B236-C49D-8F5BEB2BE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25ED05-1CF2-9C1C-71CE-ECCB4B08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B0B7F-E601-6A47-90C1-1EFD6249FBF2}" type="datetimeFigureOut">
              <a:rPr lang="de-DE" smtClean="0"/>
              <a:t>30.04.25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E41796-2235-10CD-16D4-98BF8386C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CF59BD-1233-4563-2A3D-260E1C6EF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9B58-65E5-564C-8CD9-D14E001E1F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719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BEFA23-4CE3-DA21-1B1C-16EB29D16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3F26FF-A64F-AC48-1C7A-68F3B7C688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0724A50-82C1-E2B0-8CDF-EC434B763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A229D34-5466-7D67-76BB-F744145AD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B0B7F-E601-6A47-90C1-1EFD6249FBF2}" type="datetimeFigureOut">
              <a:rPr lang="de-DE" smtClean="0"/>
              <a:t>30.04.25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ABA216-BD6B-19A3-2691-B78A45CEB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B11D895-25ED-EC7D-F7AC-806F00B8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9B58-65E5-564C-8CD9-D14E001E1F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6886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B1BFF4-235F-7C10-F76C-381BF336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C79890-7FAA-2A21-D357-D44D8C574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C161CC8-20FD-2D16-2082-1FA9B2337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8DB2343-35B2-B6CC-C457-17F25D91D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9FD31DC-5957-A0ED-88A4-A674664EF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E21F881-712C-86F6-270F-6CE145425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B0B7F-E601-6A47-90C1-1EFD6249FBF2}" type="datetimeFigureOut">
              <a:rPr lang="de-DE" smtClean="0"/>
              <a:t>30.04.25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E6D520C-68BE-96D7-8234-A06BE7359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A89550-0CBB-1092-7969-C5E1745C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9B58-65E5-564C-8CD9-D14E001E1F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9760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06670A-9C14-3F30-6C56-5260BDA83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FD14870-C2C0-70BA-444C-84758B3F6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B0B7F-E601-6A47-90C1-1EFD6249FBF2}" type="datetimeFigureOut">
              <a:rPr lang="de-DE" smtClean="0"/>
              <a:t>30.04.25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A96770B-05E0-6EE8-B88C-F1C67AF9D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A479AE4-2B4A-541F-BA39-11895122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9B58-65E5-564C-8CD9-D14E001E1F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4838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E9DDF71-9F60-C427-DD41-9A6003BA4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B0B7F-E601-6A47-90C1-1EFD6249FBF2}" type="datetimeFigureOut">
              <a:rPr lang="de-DE" smtClean="0"/>
              <a:t>30.04.25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6501098-1072-C5D8-7327-56BE215A9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6A5EDC-F9FF-856E-7105-23519D0B8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9B58-65E5-564C-8CD9-D14E001E1F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7488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5361EC-0A53-8DF4-B3FF-D48A9F18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820E79-48F9-58BC-C1B4-17AE67560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3508EAA-0AFC-682A-79D0-E1D2B97F0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A435358-25A6-7EC5-874A-02E057CD0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B0B7F-E601-6A47-90C1-1EFD6249FBF2}" type="datetimeFigureOut">
              <a:rPr lang="de-DE" smtClean="0"/>
              <a:t>30.04.25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AE8640F-6704-7F5D-BAFC-08CF78CA2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AA4ADDC-69F7-0BEB-588B-CBC24F980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9B58-65E5-564C-8CD9-D14E001E1F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7966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2DFB06-5DFC-2BD6-3992-6FD847DE7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F3231FB-1CDB-C9D0-BCC6-A1277E6867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F6D453-1B7F-312D-ACA4-1C8718250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4787B44-06F1-D7AD-C476-F8D2DB607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B0B7F-E601-6A47-90C1-1EFD6249FBF2}" type="datetimeFigureOut">
              <a:rPr lang="de-DE" smtClean="0"/>
              <a:t>30.04.25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E1E9B1-77D9-39E0-5AC2-F7FE4D3DB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0CE71DE-A540-14BB-8603-DBE76C770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9B58-65E5-564C-8CD9-D14E001E1F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2396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760828-939E-389F-84D1-0F8EBAE27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8CF7ACC-ABA8-E1AE-54B0-165BE6D8D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BEBE80-75C0-4950-4E5A-E694AE9A3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B0B7F-E601-6A47-90C1-1EFD6249FBF2}" type="datetimeFigureOut">
              <a:rPr lang="de-DE" smtClean="0"/>
              <a:t>30.04.25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916F8C-3AE0-209B-00F6-6B84F2D2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5D6A40-C5FD-A9D8-2FE9-FC559FA5B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9B58-65E5-564C-8CD9-D14E001E1F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0224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33ADC2F-1D88-6E80-A107-531EE251B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AC156FB-93EB-98DE-A054-C3E89B2845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F6CDEF-72F7-CB04-ABEB-F77395D7F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B0B7F-E601-6A47-90C1-1EFD6249FBF2}" type="datetimeFigureOut">
              <a:rPr lang="de-DE" smtClean="0"/>
              <a:t>30.04.25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862E86-FE27-F29B-86E8-5C78AFD20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FB76D8-3E5E-2ACD-B193-A7EED01C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A9B58-65E5-564C-8CD9-D14E001E1F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418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D8C50BD-B3AE-4F06-499C-18D4B2B54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A266CB-4671-40CF-8BEB-02C827279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BB7D94-F1D5-B9AC-641D-BD7E2355C4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CB0B7F-E601-6A47-90C1-1EFD6249FBF2}" type="datetimeFigureOut">
              <a:rPr lang="de-DE" smtClean="0"/>
              <a:t>30.04.25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19E1BE-F625-867F-349D-78A8ABB56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74B0C9-BE1D-CDE3-4655-8B7197F02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A9B58-65E5-564C-8CD9-D14E001E1F7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214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0DCD0764-03C0-B732-0155-028D617611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41"/>
          <a:stretch/>
        </p:blipFill>
        <p:spPr>
          <a:xfrm>
            <a:off x="1233714" y="259384"/>
            <a:ext cx="9448800" cy="640582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E81DE74-FAD4-F010-C008-2900A7207D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839"/>
          <a:stretch/>
        </p:blipFill>
        <p:spPr>
          <a:xfrm>
            <a:off x="1398967" y="3803574"/>
            <a:ext cx="506951" cy="5715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D7B79EC-3A5E-C85C-274E-4FB5087DCD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839"/>
          <a:stretch/>
        </p:blipFill>
        <p:spPr>
          <a:xfrm>
            <a:off x="1564570" y="192795"/>
            <a:ext cx="506951" cy="5715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717D2DA-5951-3378-397F-A88CB00579D0}"/>
              </a:ext>
            </a:extLst>
          </p:cNvPr>
          <p:cNvPicPr>
            <a:picLocks/>
          </p:cNvPicPr>
          <p:nvPr/>
        </p:nvPicPr>
        <p:blipFill>
          <a:blip r:embed="rId3"/>
          <a:srcRect l="16769" t="16258" r="16839"/>
          <a:stretch/>
        </p:blipFill>
        <p:spPr>
          <a:xfrm>
            <a:off x="4760697" y="632246"/>
            <a:ext cx="356929" cy="422063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885A128-576B-4AB5-4929-08EE08969AB5}"/>
              </a:ext>
            </a:extLst>
          </p:cNvPr>
          <p:cNvPicPr>
            <a:picLocks/>
          </p:cNvPicPr>
          <p:nvPr/>
        </p:nvPicPr>
        <p:blipFill>
          <a:blip r:embed="rId3"/>
          <a:srcRect l="16769" t="16258" r="16839"/>
          <a:stretch/>
        </p:blipFill>
        <p:spPr>
          <a:xfrm>
            <a:off x="7753952" y="331215"/>
            <a:ext cx="356929" cy="422063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1C938A8-C5A5-75D3-4D80-5AC6C0DCDD33}"/>
              </a:ext>
            </a:extLst>
          </p:cNvPr>
          <p:cNvPicPr>
            <a:picLocks/>
          </p:cNvPicPr>
          <p:nvPr/>
        </p:nvPicPr>
        <p:blipFill>
          <a:blip r:embed="rId3"/>
          <a:srcRect l="16769" t="16258" r="16839"/>
          <a:stretch/>
        </p:blipFill>
        <p:spPr>
          <a:xfrm>
            <a:off x="7443557" y="2345466"/>
            <a:ext cx="356929" cy="422063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54E35426-57FE-D86E-B368-CD39D3A52E28}"/>
              </a:ext>
            </a:extLst>
          </p:cNvPr>
          <p:cNvPicPr>
            <a:picLocks/>
          </p:cNvPicPr>
          <p:nvPr/>
        </p:nvPicPr>
        <p:blipFill>
          <a:blip r:embed="rId3"/>
          <a:srcRect l="16769" t="16258" r="16839"/>
          <a:stretch/>
        </p:blipFill>
        <p:spPr>
          <a:xfrm>
            <a:off x="5240143" y="6243142"/>
            <a:ext cx="356929" cy="42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762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Stier</dc:creator>
  <cp:lastModifiedBy>Sebastian Stier</cp:lastModifiedBy>
  <cp:revision>2</cp:revision>
  <dcterms:created xsi:type="dcterms:W3CDTF">2025-04-30T06:18:35Z</dcterms:created>
  <dcterms:modified xsi:type="dcterms:W3CDTF">2025-04-30T06:22:15Z</dcterms:modified>
</cp:coreProperties>
</file>