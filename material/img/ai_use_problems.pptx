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81"/>
  </p:normalViewPr>
  <p:slideViewPr>
    <p:cSldViewPr snapToGrid="0">
      <p:cViewPr varScale="1">
        <p:scale>
          <a:sx n="116" d="100"/>
          <a:sy n="116" d="100"/>
        </p:scale>
        <p:origin x="2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38F533-D44D-A7B8-3064-01D83D39C8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E114A6D-3CFC-7860-E245-880987A8A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01184C6-B0C5-4DB1-3614-75BFDAB53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89DD4-8126-4746-9406-B3FF73C5CB14}" type="datetimeFigureOut">
              <a:rPr lang="de-DE" smtClean="0"/>
              <a:t>16.09.25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793967-510A-BD8B-8FDA-E0A961DA5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DF9DBF-3A90-AB8C-B431-2DC250624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CF70D-091C-9F46-8DB4-C9EBEB55AB0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8470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FE376A-AAF5-2842-36FC-CE4F55FFF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F73E35C-5D86-92A4-A1C3-1FFB5A363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3A648D-8BE6-AF2A-C61B-75AF2D07D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89DD4-8126-4746-9406-B3FF73C5CB14}" type="datetimeFigureOut">
              <a:rPr lang="de-DE" smtClean="0"/>
              <a:t>16.09.25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B1BA19-0F8E-8435-2842-3624F203F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40FFB8-E2E3-D3BE-B5CE-D21E4FA38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CF70D-091C-9F46-8DB4-C9EBEB55AB0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6402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46ABB5-ACC7-547E-AC35-04E5C54EA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81994BF-2F3C-E4A2-8075-AADA6E245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A64446-3EC7-9DF9-DC42-EF07BD46B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89DD4-8126-4746-9406-B3FF73C5CB14}" type="datetimeFigureOut">
              <a:rPr lang="de-DE" smtClean="0"/>
              <a:t>16.09.25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90460D-528B-2D08-016C-6E19F0944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E62FBA-302B-F24E-6A1B-CBCDDC5A2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CF70D-091C-9F46-8DB4-C9EBEB55AB0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2095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BFC98A-87AC-BD53-1F5B-BB0C64951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085B6-9D03-B5BB-8CD6-3181D0A50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F3188FA-070C-82C2-9C93-24294E9439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E41D3C7-2D0A-6F79-F27B-6730A5185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89DD4-8126-4746-9406-B3FF73C5CB14}" type="datetimeFigureOut">
              <a:rPr lang="de-DE" smtClean="0"/>
              <a:t>16.09.25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7A39143-3D29-7872-5BA1-934DF1F51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CB9D86E-4E32-5DA8-5827-4FEBA633B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CF70D-091C-9F46-8DB4-C9EBEB55AB0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48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1C4081-83B1-F898-B5C5-61FD52493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F0DB8F3-34E5-7D6C-B861-18B39516B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9D99278-D8B2-8D50-7A67-4782B04C19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18405C-B3A6-0443-8A39-5D4447D805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561D73B-AA18-5D3E-7F18-2A399740AB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47128F8-9193-664A-44E7-10FEEAE39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89DD4-8126-4746-9406-B3FF73C5CB14}" type="datetimeFigureOut">
              <a:rPr lang="de-DE" smtClean="0"/>
              <a:t>16.09.25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49329E7-D7B8-F526-D137-95FEDD58A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3BF1CE1-868F-3211-0F58-3495D4460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CF70D-091C-9F46-8DB4-C9EBEB55AB0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6822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E46375-70E3-2AA8-FBF3-0BACA885C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46D4AF7-FAA1-0CB3-8A2C-D138BDFD8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89DD4-8126-4746-9406-B3FF73C5CB14}" type="datetimeFigureOut">
              <a:rPr lang="de-DE" smtClean="0"/>
              <a:t>16.09.25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7374E26-5911-05F6-0948-473646727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62B495F-3482-C4F2-C1DC-79AA271F1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CF70D-091C-9F46-8DB4-C9EBEB55AB0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919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96E8B5E-990D-5464-1937-47DA0B5E0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89DD4-8126-4746-9406-B3FF73C5CB14}" type="datetimeFigureOut">
              <a:rPr lang="de-DE" smtClean="0"/>
              <a:t>16.09.25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0891D8C-C4EF-753C-9F0E-56527BDFF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47B651F-1A45-F3EA-CFEE-FA90DA1CE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CF70D-091C-9F46-8DB4-C9EBEB55AB0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2987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26B4C4-E3C3-E3CA-128F-1F9F3F3EE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BC2938-F1AC-BADF-8A86-2DC7929E3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988715B-3624-9CB5-4DC6-589339DCFB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7EA5D5E-98AB-0F77-B249-0BF64B89C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89DD4-8126-4746-9406-B3FF73C5CB14}" type="datetimeFigureOut">
              <a:rPr lang="de-DE" smtClean="0"/>
              <a:t>16.09.25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7F4AED8-BAF8-0FFC-FF23-F8CEEDDA6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951B262-4DF9-5425-B97E-B8E10BF9C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CF70D-091C-9F46-8DB4-C9EBEB55AB0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8672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E2329C-A651-30E6-BFDF-1329817ED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53D1EB9-C3D8-DF66-6BE9-C3F81CAFD1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694048D-AAC7-E230-6383-61A86891A8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2B2508-44D8-9B89-5419-2417C3A4E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89DD4-8126-4746-9406-B3FF73C5CB14}" type="datetimeFigureOut">
              <a:rPr lang="de-DE" smtClean="0"/>
              <a:t>16.09.25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5B56532-390B-0F60-6370-8AA005A01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D146E10-5A08-0F4A-AA29-C33E0D936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CF70D-091C-9F46-8DB4-C9EBEB55AB0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435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A4CC2A-2068-3AFA-F53D-6D1409A1D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8E8E15C-22A9-44E2-8616-DEA56DA785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EAAE5ED-14A2-BAB8-60BF-009B62B3A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89DD4-8126-4746-9406-B3FF73C5CB14}" type="datetimeFigureOut">
              <a:rPr lang="de-DE" smtClean="0"/>
              <a:t>16.09.25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D87494-8837-4BE1-66D3-665D848DD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DACCCA-9A44-A2E9-95CE-DB8ACCDA7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CF70D-091C-9F46-8DB4-C9EBEB55AB0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0438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4754A13-8FD0-B470-D9F0-AFA2CFE011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72A057E-0A7B-61B5-7FED-AD08F9E13C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F7740D8-DC45-288F-7D5C-054BA266B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89DD4-8126-4746-9406-B3FF73C5CB14}" type="datetimeFigureOut">
              <a:rPr lang="de-DE" smtClean="0"/>
              <a:t>16.09.25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16D010-9582-BC36-6097-84A93B5F7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954080-0D34-97F8-2557-EDCDD72AC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CF70D-091C-9F46-8DB4-C9EBEB55AB0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8916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460C4A7-1279-4818-7DA7-054DFE8CE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A65C894-CD91-B0EE-4FA9-41456E8FC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4BB269-14D5-8B65-CAAC-E27EED90E4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489DD4-8126-4746-9406-B3FF73C5CB14}" type="datetimeFigureOut">
              <a:rPr lang="de-DE" smtClean="0"/>
              <a:t>16.09.25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61AF57-91B0-E459-9E22-8B75FD3252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6C5606-A6D8-4DD6-A776-760CC8F3B3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2CF70D-091C-9F46-8DB4-C9EBEB55AB0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4789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Text, Schrift, Screenshot, weiß enthält.&#10;&#10;KI-generierte Inhalte können fehlerhaft sein.">
            <a:extLst>
              <a:ext uri="{FF2B5EF4-FFF2-40B4-BE49-F238E27FC236}">
                <a16:creationId xmlns:a16="http://schemas.microsoft.com/office/drawing/2014/main" id="{C274665B-5E94-DB7C-15D9-BDACEEC05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56" y="1102518"/>
            <a:ext cx="5524522" cy="1356019"/>
          </a:xfrm>
          <a:prstGeom prst="rect">
            <a:avLst/>
          </a:prstGeom>
        </p:spPr>
      </p:pic>
      <p:pic>
        <p:nvPicPr>
          <p:cNvPr id="7" name="Grafik 6" descr="Ein Bild, das Text, Schrift, Grafiken, Grafikdesign enthält.&#10;&#10;KI-generierte Inhalte können fehlerhaft sein.">
            <a:extLst>
              <a:ext uri="{FF2B5EF4-FFF2-40B4-BE49-F238E27FC236}">
                <a16:creationId xmlns:a16="http://schemas.microsoft.com/office/drawing/2014/main" id="{420A73DB-8757-2663-09C8-82D66E14A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90" y="559721"/>
            <a:ext cx="2743200" cy="457200"/>
          </a:xfrm>
          <a:prstGeom prst="rect">
            <a:avLst/>
          </a:prstGeom>
        </p:spPr>
      </p:pic>
      <p:pic>
        <p:nvPicPr>
          <p:cNvPr id="9" name="Grafik 8" descr="Ein Bild, das Screenshot, Tex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568C148F-2EC1-7DA8-65C6-669BACC5D3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456" y="4814371"/>
            <a:ext cx="4753677" cy="1922862"/>
          </a:xfrm>
          <a:prstGeom prst="rect">
            <a:avLst/>
          </a:prstGeom>
        </p:spPr>
      </p:pic>
      <p:pic>
        <p:nvPicPr>
          <p:cNvPr id="13" name="Grafik 12" descr="Ein Bild, das Text, Schrift, Screenshot, weiß enthält.&#10;&#10;KI-generierte Inhalte können fehlerhaft sein.">
            <a:extLst>
              <a:ext uri="{FF2B5EF4-FFF2-40B4-BE49-F238E27FC236}">
                <a16:creationId xmlns:a16="http://schemas.microsoft.com/office/drawing/2014/main" id="{1660FBED-24D3-CDFB-CE8A-81491A5862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156" y="3579270"/>
            <a:ext cx="3926150" cy="1249482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79F2C41A-04FF-9C72-43A8-ABF37F0358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7100" y="394956"/>
            <a:ext cx="4957591" cy="1846785"/>
          </a:xfrm>
          <a:prstGeom prst="rect">
            <a:avLst/>
          </a:prstGeom>
        </p:spPr>
      </p:pic>
      <p:pic>
        <p:nvPicPr>
          <p:cNvPr id="17" name="Grafik 16" descr="Ein Bild, das Schrift, Typografie, Kalligrafie, Grafiken enthält.&#10;&#10;KI-generierte Inhalte können fehlerhaft sein.">
            <a:extLst>
              <a:ext uri="{FF2B5EF4-FFF2-40B4-BE49-F238E27FC236}">
                <a16:creationId xmlns:a16="http://schemas.microsoft.com/office/drawing/2014/main" id="{5BA3FC6C-56BF-C7EB-F488-7789B94CC7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0455" y="199897"/>
            <a:ext cx="1932013" cy="390118"/>
          </a:xfrm>
          <a:prstGeom prst="rect">
            <a:avLst/>
          </a:prstGeom>
        </p:spPr>
      </p:pic>
      <p:pic>
        <p:nvPicPr>
          <p:cNvPr id="19" name="Grafik 18" descr="Ein Bild, das Text, Schrift, weiß, Typografie enthält.&#10;&#10;KI-generierte Inhalte können fehlerhaft sein.">
            <a:extLst>
              <a:ext uri="{FF2B5EF4-FFF2-40B4-BE49-F238E27FC236}">
                <a16:creationId xmlns:a16="http://schemas.microsoft.com/office/drawing/2014/main" id="{C2E15436-B3EF-FA09-0DD4-6EC0E13ECF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3506" y="2848809"/>
            <a:ext cx="3833334" cy="719081"/>
          </a:xfrm>
          <a:prstGeom prst="rect">
            <a:avLst/>
          </a:prstGeom>
        </p:spPr>
      </p:pic>
      <p:pic>
        <p:nvPicPr>
          <p:cNvPr id="21" name="Grafik 20" descr="Ein Bild, das Schrift, Logo, Grafiken, Typografie enthält.&#10;&#10;KI-generierte Inhalte können fehlerhaft sein.">
            <a:extLst>
              <a:ext uri="{FF2B5EF4-FFF2-40B4-BE49-F238E27FC236}">
                <a16:creationId xmlns:a16="http://schemas.microsoft.com/office/drawing/2014/main" id="{F7D225D5-A2F7-1571-5E20-A09E790539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95494" y="2356146"/>
            <a:ext cx="1505125" cy="547318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38813339-0668-D984-F767-1E8A89CBCC7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59460" y="4454359"/>
            <a:ext cx="4852394" cy="761040"/>
          </a:xfrm>
          <a:prstGeom prst="rect">
            <a:avLst/>
          </a:prstGeom>
        </p:spPr>
      </p:pic>
      <p:pic>
        <p:nvPicPr>
          <p:cNvPr id="25" name="Grafik 24" descr="Ein Bild, das Text, Schrift, Grafiken, Grafikdesign enthält.&#10;&#10;KI-generierte Inhalte können fehlerhaft sein.">
            <a:extLst>
              <a:ext uri="{FF2B5EF4-FFF2-40B4-BE49-F238E27FC236}">
                <a16:creationId xmlns:a16="http://schemas.microsoft.com/office/drawing/2014/main" id="{E8A5D1A1-7E7F-F4FC-D960-87B4CCBA1DF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70477" y="3701012"/>
            <a:ext cx="2180440" cy="719081"/>
          </a:xfrm>
          <a:prstGeom prst="rect">
            <a:avLst/>
          </a:prstGeom>
        </p:spPr>
      </p:pic>
      <p:pic>
        <p:nvPicPr>
          <p:cNvPr id="27" name="Grafik 26" descr="Ein Bild, das Schrift, Text, weiß, Typografie enthält.&#10;&#10;KI-generierte Inhalte können fehlerhaft sein.">
            <a:extLst>
              <a:ext uri="{FF2B5EF4-FFF2-40B4-BE49-F238E27FC236}">
                <a16:creationId xmlns:a16="http://schemas.microsoft.com/office/drawing/2014/main" id="{6C61C31D-D64F-73BD-FCD8-C27CD2C4D3D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41276" y="2671400"/>
            <a:ext cx="3469019" cy="687874"/>
          </a:xfrm>
          <a:prstGeom prst="rect">
            <a:avLst/>
          </a:prstGeom>
        </p:spPr>
      </p:pic>
      <p:pic>
        <p:nvPicPr>
          <p:cNvPr id="29" name="Grafik 28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BD388CFF-8DCB-F630-5F38-94B78D97271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88045" y="1983525"/>
            <a:ext cx="1208993" cy="687875"/>
          </a:xfrm>
          <a:prstGeom prst="rect">
            <a:avLst/>
          </a:prstGeom>
        </p:spPr>
      </p:pic>
      <p:pic>
        <p:nvPicPr>
          <p:cNvPr id="3" name="Grafik 2" descr="Ein Bild, das Text, Screenshot, Schaltung, Elektronisches Bauteil enthält.&#10;&#10;KI-generierte Inhalte können fehlerhaft sein.">
            <a:extLst>
              <a:ext uri="{FF2B5EF4-FFF2-40B4-BE49-F238E27FC236}">
                <a16:creationId xmlns:a16="http://schemas.microsoft.com/office/drawing/2014/main" id="{9B414793-5088-AAFC-394E-31EE208CCAD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18069" y="5676048"/>
            <a:ext cx="4753677" cy="1061185"/>
          </a:xfrm>
          <a:prstGeom prst="rect">
            <a:avLst/>
          </a:prstGeom>
        </p:spPr>
      </p:pic>
      <p:pic>
        <p:nvPicPr>
          <p:cNvPr id="6" name="Grafik 5" descr="Ein Bild, das Schrift, Logo, Grafiken, Text enthält.&#10;&#10;KI-generierte Inhalte können fehlerhaft sein.">
            <a:extLst>
              <a:ext uri="{FF2B5EF4-FFF2-40B4-BE49-F238E27FC236}">
                <a16:creationId xmlns:a16="http://schemas.microsoft.com/office/drawing/2014/main" id="{5FBA1719-965F-F604-4517-A997C5E750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03528" y="5537212"/>
            <a:ext cx="1562100" cy="123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40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Stier</dc:creator>
  <cp:lastModifiedBy>Sebastian Stier</cp:lastModifiedBy>
  <cp:revision>11</cp:revision>
  <dcterms:created xsi:type="dcterms:W3CDTF">2025-09-09T09:43:13Z</dcterms:created>
  <dcterms:modified xsi:type="dcterms:W3CDTF">2025-09-16T07:25:47Z</dcterms:modified>
</cp:coreProperties>
</file>